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c.gov/Archives/edgar/data/731766/000073176626000025/unh-20260127.htm" TargetMode="External"/><Relationship Id="rId3" Type="http://schemas.openxmlformats.org/officeDocument/2006/relationships/hyperlink" Target="https://www.unitedhealthgroup.com/newsroom/2025/2025-16-01-uhg-reports-fourth-quarter-results.html" TargetMode="External"/><Relationship Id="rId4" Type="http://schemas.openxmlformats.org/officeDocument/2006/relationships/hyperlink" Target="https://www.beckerspayer.com/financial/payers-ranked-by-2025-medical-loss-ratios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itedhealthgroup.com/investors/financial-reports.html" TargetMode="External"/><Relationship Id="rId3" Type="http://schemas.openxmlformats.org/officeDocument/2006/relationships/hyperlink" Target="https://www.beckerspayer.com/financial/payers-ranked-by-2025-medical-loss-ratios/" TargetMode="External"/><Relationship Id="rId4" Type="http://schemas.openxmlformats.org/officeDocument/2006/relationships/hyperlink" Target="https://www.beckerspayer.com/financial/unitedhealths-2025-profit-dips-to-12-1b/" TargetMode="External"/><Relationship Id="rId5" Type="http://schemas.openxmlformats.org/officeDocument/2006/relationships/hyperlink" Target="https://www.sec.gov/cgi-bin/browse-edgar?action=getcompany&amp;CIK=0000731766&amp;type=10-K&amp;dateb=&amp;owner=include&amp;count=10" TargetMode="External"/><Relationship Id="rId6" Type="http://schemas.openxmlformats.org/officeDocument/2006/relationships/hyperlink" Target="https://www.beckerspayer.com/payer/care-costs-keep-climbing-for-unitedhealth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ri.org/health/center-for-research-on-health-benefits-innovation/content/high-cost-health-care-claimants-health-spending-and-chronic-condition-prevalence-in-2021" TargetMode="External"/><Relationship Id="rId3" Type="http://schemas.openxmlformats.org/officeDocument/2006/relationships/hyperlink" Target="https://nihcm.org/publications/the-concentration-of-health-care-spendi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26012"/>
                </a:solidFill>
                <a:latin typeface="Calibri"/>
              </a:defRPr>
            </a:pPr>
            <a:r>
              <a:t>NEXT Gen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B3A5C"/>
                </a:solidFill>
                <a:latin typeface="Calibri"/>
              </a:defRPr>
            </a:pPr>
            <a:r>
              <a:t>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E75B6"/>
                </a:solidFill>
                <a:latin typeface="Calibri"/>
              </a:defRPr>
            </a:pPr>
            <a:r>
              <a:t>Advanced Early Warning Signal Intelligent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Member Risk Scoring  &amp;  Provider Risk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UnitedHealth Group  |  Data Science &amp;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Why Now? The Medical Cost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24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UHC MLR trend 2023-2025 from earnings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63624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563624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093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The Pricing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6367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Quarterly MCR trajectory and actuarial blind spot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75688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075688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12140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1214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Three Compounding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148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Cost concentration, pricing gap, no early warning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87752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587752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334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334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Overall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609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AEGIS platform: Member + Provider 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99816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099816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14553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4553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172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Two-stage ML pipeline, risk tiers, scale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11880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611880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65760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6850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Clustering, Admin/Coding Index, Economic Index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123944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4123944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16966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16966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1970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Data layers, logic layers, dashboard, end users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636008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4636008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68172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68172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Timeline &amp;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709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4 MVPs: Feb 2026 to Jun 2026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148072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5148072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19379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1937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Expected Operational 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2212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MCR levers, efficiency, strategic advantage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660136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8640" y="5660136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70585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57058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Ask &amp; Next Steps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733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Approvals and actions needed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Why Now?  The Medical Cost Crisis Is Accelerating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"The full year 2025 adjusted medical care ratio was 88.9% compared to 85.5% in 2024 ... CMS Medicare funding reductions</a:t>
            </a:r>
            <a:br/>
            <a:r>
              <a:t>and changes from the Inflation Reduction Act combined with accelerating medical cost trends."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7799"/>
                </a:solidFill>
                <a:latin typeface="Calibri"/>
              </a:defRPr>
            </a:pPr>
            <a:r>
              <a:t>Source: UNH Q4 2025 Earnings Release, Jan 27, 2026  |  unitedhealthgroup.com/investors/financial-reports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Medical Care Ratio  (Annual)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25250"/>
            <a:ext cx="1005840" cy="1086829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0521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83.2%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644537"/>
            <a:ext cx="1005840" cy="1567542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332449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8B2D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892116"/>
            <a:ext cx="1005840" cy="2319963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5720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89.1%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954818"/>
            <a:ext cx="1005840" cy="2257261"/>
          </a:xfrm>
          <a:prstGeom prst="round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63477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72C4"/>
                </a:solidFill>
                <a:latin typeface="Calibri"/>
              </a:defRPr>
            </a:pPr>
            <a:r>
              <a:t>88.8%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2026E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8B2D"/>
                </a:solidFill>
                <a:latin typeface="Calibri"/>
              </a:defRPr>
            </a:pPr>
            <a:r>
              <a:t>+2.3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+3.6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What The Earnings Reports Reveal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1463040" cy="1234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360 bps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MCR Deterioration</a:t>
            </a:r>
            <a:br/>
            <a:r>
              <a:t>in Just 2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2402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"The full year 2025 adjusted medical care ratio was 88.9% compared to 85.5% in 2024." Medical costs grew faster than premium revenue -- the pricing gap widened every quarter.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11880"/>
            <a:ext cx="1463040" cy="1234440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703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06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Operating Margin</a:t>
            </a:r>
            <a:br/>
            <a:r>
              <a:t>Down from 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65760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"Operating margin of 2.7% compared to 5.2% in 2024, primarily due to Biden-era Medicare funding reductions and Inflation Reduction Act impacts combined with elevated medical cost trends."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029200"/>
            <a:ext cx="1463040" cy="12344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Q4 2025 MCR</a:t>
            </a:r>
            <a:br/>
            <a:r>
              <a:t>Highest in a Decade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07492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UNH took a restructuring charge in Q4 and restructured leadership. "The company laid the foundation for more disciplined and transparent operations, stronger performance and sustained growth."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7799"/>
                </a:solidFill>
                <a:latin typeface="Calibri"/>
              </a:rPr>
              <a:t>Sources:
</a:t>
            </a:r>
            <a:r>
              <a:rPr sz="700" u="sng">
                <a:solidFill>
                  <a:srgbClr val="1A5CA8"/>
                </a:solidFill>
                <a:latin typeface="Calibri"/>
                <a:hlinkClick r:id="rId2"/>
              </a:rPr>
              <a:t>[1] UNH 2025 Annual Earnings Release (Jan 27, 2026), pp 1-3  </a:t>
            </a:r>
            <a:r>
              <a:rPr sz="700" u="sng">
                <a:solidFill>
                  <a:srgbClr val="1A5CA8"/>
                </a:solidFill>
                <a:latin typeface="Calibri"/>
                <a:hlinkClick r:id="rId3"/>
              </a:rPr>
              <a:t>
[2] UNH Q4 2024 Earnings Release (Jan 16, 2025), pp 1-2  </a:t>
            </a:r>
            <a:r>
              <a:rPr sz="700" u="sng">
                <a:solidFill>
                  <a:srgbClr val="1A5CA8"/>
                </a:solidFill>
                <a:latin typeface="Calibri"/>
                <a:hlinkClick r:id="rId4"/>
              </a:rPr>
              <a:t>
[3] Becker's Payer Issues - Payers ranked by 2025 MLRs 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The Pricing Gap  —  Why Actuaries Need Early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Premiums are priced using backward-looking assumptions. When medical cost trends accelerate faster than pricing can adjust, the gap widens every quarter.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Quarterly MCR Trajectory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Quarter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2024 MCR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2025 MCR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874519"/>
            <a:ext cx="164592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9280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YoY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258567"/>
            <a:ext cx="164592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267711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+0.5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85.1%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89.4%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2606039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615183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+4.3 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85.2%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89.9%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2953511"/>
            <a:ext cx="164592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2962655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+4.7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~87.6%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92.4%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3300983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331012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+4.8 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Full Year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0312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884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0332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89.1%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2080" y="3648455"/>
            <a:ext cx="164592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365759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+3.6 pts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The Accelerating Gap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1874519"/>
            <a:ext cx="137160" cy="868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Q1 2025: Manageable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21488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Still within actuarial tolerance. Pricing adjustments proceeding normally.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0" y="2926079"/>
            <a:ext cx="137160" cy="868680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0" y="29260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8B2D"/>
                </a:solidFill>
                <a:latin typeface="Calibri"/>
              </a:defRPr>
            </a:pPr>
            <a:r>
              <a:t>Q2 2025: Warning Signs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320039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Specialty Rx costs spiked. Hospital coding intensity increased. IRA Part D changes hit.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3977639"/>
            <a:ext cx="13716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0" y="39776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Q3 2025: Crisis Level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25195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Medical trend outpacing pricing. UNH raised earnings outlook but MCR kept climbing quarter after quarter.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12480" y="5029200"/>
            <a:ext cx="137160" cy="868680"/>
          </a:xfrm>
          <a:prstGeom prst="round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0000"/>
                </a:solidFill>
                <a:latin typeface="Calibri"/>
              </a:defRPr>
            </a:pPr>
            <a:r>
              <a:t>Q4 2025: Emergency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5303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MCR hit 92.4%. Restructuring charge taken. Company restructured leadership and operations.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CORE OBJECTIVE:  Predict Member-Level Medical Spend Before Actuaries Set Prices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If we can predict which members will become high-cost NEXT QUARTER, actuaries can price premiums with 90-day forward visibility instead of 12-month backward assumptions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Every 100 basis points of MCR improvement directly recovers operating margin -- the difference between 2.7% and 5.2% margin that UHC lost in one year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Early signals feed three critical functions:  (1) Care Management for intervention  (2) Actuarial for pricing accuracy  (3) Stop-Loss for reserve adequacy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7799"/>
                </a:solidFill>
                <a:latin typeface="Calibri"/>
              </a:rPr>
              <a:t>Sources:  </a:t>
            </a:r>
            <a:r>
              <a:rPr sz="700" u="sng">
                <a:solidFill>
                  <a:srgbClr val="1A5CA8"/>
                </a:solidFill>
                <a:latin typeface="Calibri"/>
                <a:hlinkClick r:id="rId2"/>
              </a:rPr>
              <a:t>UNH Q1-Q4 2025 Quarterly Earnings Releases</a:t>
            </a:r>
            <a:r>
              <a:rPr sz="700">
                <a:solidFill>
                  <a:srgbClr val="557799"/>
                </a:solidFill>
                <a:latin typeface="Calibri"/>
              </a:rPr>
              <a:t>  |  </a:t>
            </a:r>
            <a:r>
              <a:rPr sz="700" u="sng">
                <a:solidFill>
                  <a:srgbClr val="1A5CA8"/>
                </a:solidFill>
                <a:latin typeface="Calibri"/>
                <a:hlinkClick r:id="rId3"/>
              </a:rPr>
              <a:t>Becker's: Payers ranked by 2025 MLRs</a:t>
            </a:r>
            <a:r>
              <a:rPr sz="700">
                <a:solidFill>
                  <a:srgbClr val="557799"/>
                </a:solidFill>
                <a:latin typeface="Calibri"/>
              </a:rPr>
              <a:t>  |  </a:t>
            </a:r>
            <a:r>
              <a:rPr sz="700" u="sng">
                <a:solidFill>
                  <a:srgbClr val="1A5CA8"/>
                </a:solidFill>
                <a:latin typeface="Calibri"/>
                <a:hlinkClick r:id="rId4"/>
              </a:rPr>
              <a:t>Becker's: UnitedHealth 2025 profit analysis</a:t>
            </a:r>
            <a:r>
              <a:rPr sz="700">
                <a:solidFill>
                  <a:srgbClr val="557799"/>
                </a:solidFill>
                <a:latin typeface="Calibri"/>
              </a:rPr>
              <a:t>
</a:t>
            </a:r>
            <a:r>
              <a:rPr sz="700" u="sng">
                <a:solidFill>
                  <a:srgbClr val="1A5CA8"/>
                </a:solidFill>
                <a:latin typeface="Calibri"/>
                <a:hlinkClick r:id="rId5"/>
              </a:rPr>
              <a:t>SEC 10-K/10-Q filings (2024-2025)</a:t>
            </a:r>
            <a:r>
              <a:rPr sz="700">
                <a:solidFill>
                  <a:srgbClr val="557799"/>
                </a:solidFill>
                <a:latin typeface="Calibri"/>
              </a:rPr>
              <a:t>  |  </a:t>
            </a:r>
            <a:r>
              <a:rPr sz="700" u="sng">
                <a:solidFill>
                  <a:srgbClr val="1A5CA8"/>
                </a:solidFill>
                <a:latin typeface="Calibri"/>
                <a:hlinkClick r:id="rId6"/>
              </a:rPr>
              <a:t>Becker's: Care costs keep climbing for UnitedHealth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Three Compounding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MLR crisis is a symptom. These are the root causes we can address with data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High-Cost Claimant</a:t>
            </a:r>
            <a:br/>
            <a:r>
              <a:t>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Top 1% of members generate ~28% of total medical spend (EBRI 2023). Top 5% account for over half. These members ARE identifiable 90 days before cost spikes, but we have no systematic prediction engine.</a:t>
            </a:r>
            <a:br/>
            <a:br/>
            <a:r>
              <a:t>With 89.1% MCR, every avoidable high-cost event directly erodes operating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Top 1% = ~28% of spend (EBRI)</a:t>
            </a:r>
            <a:br/>
            <a:r>
              <a:t>Predictable 90 days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Actuarial Pricing</a:t>
            </a:r>
            <a:br/>
            <a:r>
              <a:t>Blind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Premiums are set using population-level historical trends. But medical costs accelerated faster than pricing could adjust -- MCR jumped 360 bps in 2 years.</a:t>
            </a:r>
            <a:br/>
            <a:br/>
            <a:r>
              <a:t>Member-level spend prediction gives Actuarial a 90-day forward view to price with, not a 12-month backward mirror.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39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MCR went from 83.2% to 89.1%</a:t>
            </a:r>
            <a:br/>
            <a:r>
              <a:t>Pricing could not keep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No Unified</a:t>
            </a:r>
            <a:br/>
            <a:r>
              <a:t>Early Warning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Care Management, Actuarial, Stop-Loss, and Network teams all react AFTER costs are incurred. No shared predictive signal connects them.</a:t>
            </a:r>
            <a:br/>
            <a:br/>
            <a:r>
              <a:t>Q4 2025 MCR hit 92.4% -- proving that by the time lagging indicators catch up, the damage is done.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Q4 2025 MCR: 92.4%</a:t>
            </a:r>
            <a:br/>
            <a:r>
              <a:t>Reactive = too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7799"/>
                </a:solidFill>
                <a:latin typeface="Calibri"/>
              </a:rPr>
              <a:t>Source:  </a:t>
            </a:r>
            <a:r>
              <a:rPr sz="700" u="sng">
                <a:solidFill>
                  <a:srgbClr val="1A5CA8"/>
                </a:solidFill>
                <a:latin typeface="Calibri"/>
                <a:hlinkClick r:id="rId2"/>
              </a:rPr>
              <a:t>EBRI Issue Brief #493 - High-Cost Health Care Claimants (2023)</a:t>
            </a:r>
            <a:r>
              <a:rPr sz="700">
                <a:solidFill>
                  <a:srgbClr val="557799"/>
                </a:solidFill>
                <a:latin typeface="Calibri"/>
              </a:rPr>
              <a:t>  |  </a:t>
            </a:r>
            <a:r>
              <a:rPr sz="700" u="sng">
                <a:solidFill>
                  <a:srgbClr val="1A5CA8"/>
                </a:solidFill>
                <a:latin typeface="Calibri"/>
                <a:hlinkClick r:id="rId3"/>
              </a:rPr>
              <a:t>NIHCM: Concentration of Health Care Spending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Overall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Build "AEGIS" — a unified early warning platform that predicts member cost risk AND provider performance risk, presented through a single Executive Dashboard for proactive decision-making.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572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Predict which members will become high-cost claimants next quarter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Estimate expected spend per member with confidence intervals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Assign risk tiers: CRITICAL | HIGH | ELEVATED | WATCH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Provide SHAP-based explainability (top cost drivers per member)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Care Management, Actuarial, and Stop-Loss teams weekly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Cluster providers by geo, specialty, and practice embeddings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Compute Economic Performance Index (denial ratio, 1st-pass rate, cost efficiency)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Compute Administrative / Coding Maturity Index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Link member risk scores to provider panels (cross-input)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Network Management, Contracting, and Value-Based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64240" cy="45720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Both streams converge into a single Early Warning Intelligence Signal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Member Risk Scoring  —  Approach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Two-Stage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1: XGBoost Binary Classifier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"Will this member become high-cost next quarter?"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85 features across 6 categories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Target: AUC-ROC &gt; 0.85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2: LightGBM Cost Regression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"HOW MUCH will they cost?"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Log-transformed target for skewed spend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Confidence intervals per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Risk Tier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1371600" cy="384048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&gt; 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184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184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Immediate CM 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39112"/>
            <a:ext cx="137160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0.50-0.70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57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057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Proactive care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78024"/>
            <a:ext cx="137160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ELEVATED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0.30-0.50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96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496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Monitor + targeted programs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16936"/>
            <a:ext cx="1371600" cy="3840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0.15-0.30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935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935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Quarterly reassessment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55848"/>
            <a:ext cx="1371600" cy="384048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&lt; 0.15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374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3741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Standard population health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891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Scale &amp; 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Total Members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2316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Top 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Drive ~28% of Spend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Top 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Drive ~57% of Spend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19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19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19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ML Features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90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Prediction Horizon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MVP Timeline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Provider Risk Scoring  —  Approach &amp; Indices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Group 1.2M+ providers into peer cohorts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Features: geo (lat/lon), specialty, payer mix, case mix, volume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Method: UMAP + HDBSCAN embeddings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Output: Peer groups for fair comparison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Example: Urban Cardiologists, Rural PCPs, Academic Oncologists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/ Coding</a:t>
            </a:r>
            <a:br/>
            <a:r>
              <a:t>Maturity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First-Pass Claim Rate (30%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Denial Rate inverse (25%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Coding Specificity Score (20%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Avg Days to Submit inverse (15%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Rework Rate inverse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Output: 0-100 composite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59436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Economic</a:t>
            </a:r>
            <a:br/>
            <a:r>
              <a:t>Performance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Risk-Adjusted Cost Index / O:E (35%)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First-Pass Rate (15%)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Denial Rate inverse (15%)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Network Leakage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Readmission Rate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Cost Trend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Total Cost of Care PMPY (5%)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11247120" cy="5029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38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Cross-Input:  Member Risk Scores flow INTO Provider Scoring  →  % of panel flagged CRITICAL/HIGH + avg member risk score per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Provider Risk Tiers: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760720"/>
            <a:ext cx="1920240" cy="384048"/>
          </a:xfrm>
          <a:prstGeom prst="round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TOP PERFORMER  (&gt; 80)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79" y="5760720"/>
            <a:ext cx="192024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4999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  (60-80)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760720"/>
            <a:ext cx="192024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  (40-60)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5760720"/>
            <a:ext cx="1920240" cy="384048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CONCERN  (&lt; 40)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486400" cy="36576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486400" cy="411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Medical Claims</a:t>
            </a:r>
            <a:br/>
            <a:r>
              <a:t>837P/837I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Call Center</a:t>
            </a:r>
            <a:br/>
            <a:r>
              <a:t>IVR/CRM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Remittance</a:t>
            </a:r>
            <a:br/>
            <a:r>
              <a:t>835/EOB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Enrollment</a:t>
            </a:r>
            <a:br/>
            <a:r>
              <a:t>834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ETL → Feature Store (85)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XGBoost → LightGBM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291840"/>
            <a:ext cx="34747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Member Risk Score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97280"/>
            <a:ext cx="5486400" cy="36576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097280"/>
            <a:ext cx="5486400" cy="41148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Provider NPI</a:t>
            </a:r>
            <a:br/>
            <a:r>
              <a:t>NPPES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Claims per</a:t>
            </a:r>
            <a:br/>
            <a:r>
              <a:t>Provider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New Drug</a:t>
            </a:r>
            <a:br/>
            <a:r>
              <a:t>Formulary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External</a:t>
            </a:r>
            <a:br/>
            <a:r>
              <a:t>Geo/Market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Clustering + Indices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Econ Perf + Admin Idx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291840"/>
            <a:ext cx="347472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Provider Risk Score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26012"/>
                </a:solidFill>
                <a:latin typeface="Calibri"/>
              </a:defRPr>
            </a:pPr>
            <a:r>
              <a:t>+ Member Scores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120640"/>
            <a:ext cx="75895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51389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Early Warning Intelligence Signal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 Mgmt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Actuarial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Stop-Loss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Provider</a:t>
            </a:r>
            <a:br/>
            <a:r>
              <a:t>Network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Underwriting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Contracting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Timeline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051560"/>
            <a:ext cx="182880" cy="3200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6012"/>
                </a:solidFill>
                <a:latin typeface="Calibri"/>
              </a:defRPr>
            </a:pPr>
            <a:r>
              <a:t>MVP 1</a:t>
            </a:r>
            <a:br/>
            <a:r>
              <a:t>Mar 1,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60320" cy="7772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10% of Members</a:t>
            </a:r>
            <a:br/>
            <a:r>
              <a:t>(~5M members)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Feb 3 - Mar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Extract 24mo claims + enrollment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Build 85-feature matrix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Train XGBoost + LightGBM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SHAP explainability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Risk tier assignment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v1 (member view)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51560"/>
            <a:ext cx="18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MVP 2</a:t>
            </a:r>
            <a:br/>
            <a:r>
              <a:t>Apr 1,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560320" cy="7772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100% Scale-Up</a:t>
            </a:r>
            <a:br/>
            <a:r>
              <a:t>(50M members)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Mar 2 - Apr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Scale pipeline to full population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Add SDOH features (5 free sources)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Fairness audit + calibration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Weekly CM feed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Actuarial / stop-loss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Production monitoring (PSI)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051560"/>
            <a:ext cx="182880" cy="3200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5496"/>
                </a:solidFill>
                <a:latin typeface="Calibri"/>
              </a:defRPr>
            </a:pPr>
            <a:r>
              <a:t>MVP 3</a:t>
            </a:r>
            <a:br/>
            <a:r>
              <a:t>May 1,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560320" cy="7772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Provider Scoring</a:t>
            </a:r>
            <a:br/>
            <a:r>
              <a:t>All 1.2M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Apr 2 - May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clustering (embeddings)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Admin/Coding Maturity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Economic Performance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Cross-link member scores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risk tiers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v2 (member + provider)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051560"/>
            <a:ext cx="182880" cy="3200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5B6"/>
                </a:solidFill>
                <a:latin typeface="Calibri"/>
              </a:defRPr>
            </a:pPr>
            <a:r>
              <a:t>Full Platform</a:t>
            </a:r>
            <a:br/>
            <a:r>
              <a:t>Jun 1,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56032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Combined Dashboard</a:t>
            </a:r>
            <a:br/>
            <a:r>
              <a:t>+ VBC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May 2 - Jun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VBC contract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outreach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Real-time scoring API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User training + rollout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Phase 2 roadmap kickoff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A/B testing framework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Expected 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AEGIS directly addresses the three drivers cited in UHC earnings releases: elevated medical cost trends, hospital coding intensity, and actuarial pricing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MCR Improvement</a:t>
            </a:r>
            <a:br/>
            <a:r>
              <a:t>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Identify high-cost members 90 days before cost spikes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Enable proactive Care Management intervention before claims incur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Shift actuarial pricing from 12-month backward to 90-day forward view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Improve IBNR reserve accuracy with member-level predictions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Reduce stop-loss mispricing via better tail-risk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Operational</a:t>
            </a:r>
            <a:br/>
            <a:r>
              <a:t>Efficiency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Automate weekly risk-scored member lists to Care Management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Replace manual provider performance reports with real-time indices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Unify siloed signals (claims, Rx, SDOH) into one predictive score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Enable data-driven provider contracting and VBC negotiations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Reduce time-to-insight from months to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566160" cy="59436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First-mover predictive platform across 50M+ members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Provider risk scoring creates leverage for network negotiations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SHAP explainability builds regulator and clinician trust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Scalable framework: add new use cases (readmission, Rx adherence)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Positions UHC to meet 2026 MCR guidance of 88.8%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Benchmark:  Every 100 basis points of MCR improvement directly restores operating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4F0"/>
                </a:solidFill>
                <a:latin typeface="Calibri"/>
              </a:defRPr>
            </a:pPr>
            <a:r>
              <a:t>UHC went from 5.2% to 2.7% operating margin in one year.  Predictive signals are the fastest path to reverse that trend.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Ask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Approve MVP 1 Sprint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50876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52704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Feb 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Green-light the 4-week sprint to build Member Risk Scoring on 10% of the member population. Deliver scored risk list to Care Management by March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Data Access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83464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8529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Grant analytics team access to 24 months of claims (837P/I), enrollment (834), and remittance (835) data in the analytics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Stakeholder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160519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78807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Schedule 30-min sessions with Care Management, Actuarial, and Network leads to align on risk tier thresholds and dashboard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Fund Full Platform Build-Out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548640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5046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By Apr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Based on MVP 1 results, approve Year 1 budget for full AEGIS platform: member + provider scoring, dashboard, production pipeline, and team allocation.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